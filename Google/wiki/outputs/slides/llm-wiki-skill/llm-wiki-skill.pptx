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2369" y="1398687"/>
            <a:ext cx="1719263" cy="374452"/>
          </a:xfrm>
          <a:prstGeom prst="roundRect">
            <a:avLst>
              <a:gd name="adj" fmla="val 678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66270" y="1500188"/>
            <a:ext cx="1235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60986" y="1963638"/>
            <a:ext cx="247046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llm-wiki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11761" y="2852589"/>
            <a:ext cx="19588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/llm-wiki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73647" y="3506539"/>
            <a:ext cx="4688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maintain LLM-powered knowledge bases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4827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pattern for persistent, compounding knowledge bases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692027"/>
            <a:ext cx="8549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RAG which re-derives knowledge each query, llm-wiki compiles knowledge once into interlinked markdown. The wiki compounds with each source and query.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479328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Phrases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2936528"/>
            <a:ext cx="1386632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3038029"/>
            <a:ext cx="10257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wiki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4582" y="2936528"/>
            <a:ext cx="2140744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85082" y="3038029"/>
            <a:ext cx="1794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knowledge 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2276" y="2936528"/>
            <a:ext cx="2056954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2776" y="3038029"/>
            <a:ext cx="1709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this document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6180" y="2936528"/>
            <a:ext cx="1554212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36680" y="3038029"/>
            <a:ext cx="11966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the wiki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000" y="3476030"/>
            <a:ext cx="1470422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577530"/>
            <a:ext cx="1111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 the wiki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78372" y="3476030"/>
            <a:ext cx="1302841" cy="412552"/>
          </a:xfrm>
          <a:prstGeom prst="roundRect">
            <a:avLst>
              <a:gd name="adj" fmla="val 1847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68872" y="3577530"/>
            <a:ext cx="9402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 wiki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1277"/>
            <a:ext cx="41128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~/.claude/skills/llm-wiki/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07778"/>
            <a:ext cx="4032200" cy="1752600"/>
          </a:xfrm>
          <a:prstGeom prst="roundRect">
            <a:avLst>
              <a:gd name="adj" fmla="val 579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30651" y="1171277"/>
            <a:ext cx="4112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30651" y="1348978"/>
            <a:ext cx="4112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skill - triggers, operations, page formats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30651" y="1609279"/>
            <a:ext cx="4112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schema-template.md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30651" y="1786979"/>
            <a:ext cx="4112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copied to new wiki as CLAUDE.md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30651" y="2047280"/>
            <a:ext cx="4112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init_wiki.py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0651" y="2224980"/>
            <a:ext cx="4112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directory structure automatically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30651" y="2485281"/>
            <a:ext cx="41129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llm-wiki-pattern.md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0651" y="2662982"/>
            <a:ext cx="4112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Philosophy and rationale (Karpathy-inspired)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Structure Created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0787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python3 init_wiki.py /path --name "My Wiki"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469827"/>
            <a:ext cx="8382000" cy="2681288"/>
          </a:xfrm>
          <a:prstGeom prst="roundRect">
            <a:avLst>
              <a:gd name="adj" fmla="val 378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42859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4278064"/>
            <a:ext cx="698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files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59111" y="42859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62261" y="4278064"/>
            <a:ext cx="928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LLM-maintained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3292" y="42859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66442" y="4278064"/>
            <a:ext cx="7629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sources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04952" y="42859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08103" y="4278064"/>
            <a:ext cx="10728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outputs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07877"/>
            <a:ext cx="3028950" cy="1811536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107877"/>
            <a:ext cx="0" cy="1811536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260277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0550" y="1571327"/>
            <a:ext cx="2667000" cy="114493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source completely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wiki/sources/ summary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concept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entity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index.md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to log.md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00450" y="1107877"/>
            <a:ext cx="3028950" cy="1811536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29025" y="1107877"/>
            <a:ext cx="0" cy="1811536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0000" y="1260277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0" y="1571327"/>
            <a:ext cx="2667000" cy="114493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index.md for relevant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wiki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answer with citations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valuable, file to queries/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index.md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to log.md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109913"/>
            <a:ext cx="3028950" cy="1811536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109913"/>
            <a:ext cx="0" cy="1811536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550" y="3262313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0550" y="3573363"/>
            <a:ext cx="2667000" cy="114493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orphan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missing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contradictions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stale sources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health.md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to log.md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00450" y="3109913"/>
            <a:ext cx="3028950" cy="1811536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29025" y="3109913"/>
            <a:ext cx="0" cy="1811536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0000" y="3262313"/>
            <a:ext cx="2720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10000" y="3573363"/>
            <a:ext cx="2667000" cy="94565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wiki content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artifact (slides/chart)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outputs/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from wiki pages</a:t>
            </a:r>
            <a:endParaRPr lang="en-US" sz="900" dirty="0"/>
          </a:p>
          <a:p>
            <a:pPr algn="l" marL="101600" indent="-101600">
              <a:lnSpc>
                <a:spcPts val="117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to log.md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Formats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07877"/>
            <a:ext cx="1952625" cy="26286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260277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24125" y="1107877"/>
            <a:ext cx="1952625" cy="26286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76525" y="1260277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7250" y="1107877"/>
            <a:ext cx="1952625" cy="26286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650" y="1260277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10375" y="1107877"/>
            <a:ext cx="1952625" cy="26286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62775" y="1260277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1277"/>
            <a:ext cx="2844701" cy="4572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3236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"ingest the webhooks doc"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16201" y="13141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8601" y="1314152"/>
            <a:ext cx="29246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source summary + concept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818977"/>
            <a:ext cx="2844701" cy="4572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19713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 I create an agent?"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16201" y="19618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8601" y="1961852"/>
            <a:ext cx="2289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wiki, synthesizes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2466677"/>
            <a:ext cx="2844701" cy="4572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26190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"file this answer"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6201" y="26095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8601" y="2609552"/>
            <a:ext cx="1866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Q&amp;A to wiki/queries/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114377"/>
            <a:ext cx="2844701" cy="4572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32667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"lint wiki"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6201" y="3257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8601" y="3257252"/>
            <a:ext cx="2644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health check, updates health.md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3762077"/>
            <a:ext cx="2844701" cy="4572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" y="391447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slides on X"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6201" y="39049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8601" y="3904952"/>
            <a:ext cx="2393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presentation to outputs/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0444" y="916037"/>
            <a:ext cx="30629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070473" y="1643063"/>
            <a:ext cx="3062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wiki: init_wiki.py or manually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70473" y="2005013"/>
            <a:ext cx="3062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sources to raw/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70473" y="2366963"/>
            <a:ext cx="3062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Say "ingest the sources"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70473" y="2728913"/>
            <a:ext cx="3062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Query, file answers, lint regularly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9351" y="3408313"/>
            <a:ext cx="1905000" cy="253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29111" y="3751064"/>
            <a:ext cx="2885629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9234" y="3903464"/>
            <a:ext cx="24253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~/.claude/skills/llm-wiki/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 Skill</dc:title>
  <dc:subject>Claude Code Skill Documentation</dc:subject>
  <dc:creator>Claude</dc:creator>
  <cp:lastModifiedBy>Claude</cp:lastModifiedBy>
  <cp:revision>1</cp:revision>
  <dcterms:created xsi:type="dcterms:W3CDTF">2026-04-05T23:42:35Z</dcterms:created>
  <dcterms:modified xsi:type="dcterms:W3CDTF">2026-04-05T23:42:35Z</dcterms:modified>
</cp:coreProperties>
</file>