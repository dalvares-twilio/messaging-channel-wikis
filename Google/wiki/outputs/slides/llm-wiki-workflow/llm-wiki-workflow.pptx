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3403" y="1627138"/>
            <a:ext cx="599704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Wiki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73403" y="2522488"/>
            <a:ext cx="59970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Personal Knowledge Bases with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6950" y="3255913"/>
            <a:ext cx="1269950" cy="507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3403" y="3306663"/>
            <a:ext cx="59970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knowledge once. Query forever.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RAG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34827"/>
            <a:ext cx="4000500" cy="2589609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234827"/>
            <a:ext cx="0" cy="2589609"/>
          </a:xfrm>
          <a:prstGeom prst="line">
            <a:avLst/>
          </a:prstGeom>
          <a:noFill/>
          <a:ln w="762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488728"/>
            <a:ext cx="3484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1101" y="1907828"/>
            <a:ext cx="348482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Re-derives knowledge from scratch every 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1101" y="2496741"/>
            <a:ext cx="348482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accumulation between sessions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1101" y="2854672"/>
            <a:ext cx="348482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synthesis work repeated endlessly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1101" y="3212604"/>
            <a:ext cx="348482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 not preserved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62500" y="1234827"/>
            <a:ext cx="4000500" cy="2589609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00600" y="1234827"/>
            <a:ext cx="0" cy="2589609"/>
          </a:xfrm>
          <a:prstGeom prst="line">
            <a:avLst/>
          </a:prstGeom>
          <a:noFill/>
          <a:ln w="762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2601" y="1488728"/>
            <a:ext cx="3484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Wiki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92601" y="1907828"/>
            <a:ext cx="348482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knowledge once into wiki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2601" y="2265759"/>
            <a:ext cx="348482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strengthens the 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92601" y="2623691"/>
            <a:ext cx="348482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is persistent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92601" y="2981623"/>
            <a:ext cx="348482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multiply over 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05954" y="1279327"/>
            <a:ext cx="1875979" cy="873026"/>
          </a:xfrm>
          <a:prstGeom prst="roundRect">
            <a:avLst>
              <a:gd name="adj" fmla="val 11638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30425" y="1488877"/>
            <a:ext cx="122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30425" y="1790402"/>
            <a:ext cx="12270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2433" y="1539627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67733" y="1279327"/>
            <a:ext cx="1674316" cy="873026"/>
          </a:xfrm>
          <a:prstGeom prst="roundRect">
            <a:avLst>
              <a:gd name="adj" fmla="val 11638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4220" y="1488877"/>
            <a:ext cx="10213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94220" y="1790402"/>
            <a:ext cx="10213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LLM-Maintained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32549" y="1539627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7849" y="1279327"/>
            <a:ext cx="1810196" cy="873026"/>
          </a:xfrm>
          <a:prstGeom prst="roundRect">
            <a:avLst>
              <a:gd name="adj" fmla="val 11638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52978" y="1488877"/>
            <a:ext cx="11599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2978" y="1790402"/>
            <a:ext cx="11599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+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6639" y="2641253"/>
            <a:ext cx="15139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76639" y="2876104"/>
            <a:ext cx="15139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Articles, papers, docs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76639" y="3018979"/>
            <a:ext cx="15139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modified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14801" y="2641253"/>
            <a:ext cx="1514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Knowledge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4801" y="3047554"/>
            <a:ext cx="151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Summaries, concepts, entities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14801" y="3333304"/>
            <a:ext cx="151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Cross-referenced, indexed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53114" y="2641253"/>
            <a:ext cx="1514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53114" y="2876104"/>
            <a:ext cx="151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questions, get answers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3114" y="3161854"/>
            <a:ext cx="1514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results back to wiki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Three-Phase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71277"/>
            <a:ext cx="2624733" cy="223778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361777"/>
            <a:ext cx="2243733" cy="492026"/>
          </a:xfrm>
          <a:prstGeom prst="roundRect">
            <a:avLst>
              <a:gd name="adj" fmla="val 1548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488728"/>
            <a:ext cx="20296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2006203"/>
            <a:ext cx="2243733" cy="111085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Clip articles, docs into raw/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LLM reads and summarizes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Cross-references created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59634" y="1171277"/>
            <a:ext cx="2624733" cy="223778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0134" y="1361777"/>
            <a:ext cx="2243733" cy="492026"/>
          </a:xfrm>
          <a:prstGeom prst="roundRect">
            <a:avLst>
              <a:gd name="adj" fmla="val 1548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77084" y="1488728"/>
            <a:ext cx="20296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0134" y="2006203"/>
            <a:ext cx="2243733" cy="111085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Ask questions against wiki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Save valuable Q&amp;A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Generate slides, charts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38267" y="1171277"/>
            <a:ext cx="2624733" cy="223778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8767" y="1361777"/>
            <a:ext cx="2243733" cy="492026"/>
          </a:xfrm>
          <a:prstGeom prst="roundRect">
            <a:avLst>
              <a:gd name="adj" fmla="val 1548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55718" y="1488728"/>
            <a:ext cx="20296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8767" y="2006203"/>
            <a:ext cx="2243733" cy="74771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Health checks, find gaps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Add new sources</a:t>
            </a:r>
            <a:endParaRPr lang="en-US" sz="1100" dirty="0"/>
          </a:p>
          <a:p>
            <a:pPr algn="l" marL="114300" indent="-114300">
              <a:lnSpc>
                <a:spcPts val="143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Fix stale info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71277"/>
            <a:ext cx="4222700" cy="3045916"/>
          </a:xfrm>
          <a:prstGeom prst="roundRect">
            <a:avLst>
              <a:gd name="adj" fmla="val 33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1151" y="1171277"/>
            <a:ext cx="39186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21151" y="1380827"/>
            <a:ext cx="3918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catalog - LLM reads this first to find relevant pages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21151" y="1698129"/>
            <a:ext cx="39186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21151" y="1907679"/>
            <a:ext cx="3918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summary per ingested document with key points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21151" y="2224980"/>
            <a:ext cx="39186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21151" y="2434530"/>
            <a:ext cx="3918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pages synthesizing info across 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21151" y="2751832"/>
            <a:ext cx="39186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21151" y="2961382"/>
            <a:ext cx="3918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 Q&amp;A that compounds the knowledge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21151" y="3278684"/>
            <a:ext cx="39186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21151" y="3488234"/>
            <a:ext cx="391868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results: orphans, gaps, inconsistencies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Compounding 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0682" y="1357015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87401" y="1234827"/>
            <a:ext cx="726877" cy="396776"/>
          </a:xfrm>
          <a:prstGeom prst="roundRect">
            <a:avLst>
              <a:gd name="adj" fmla="val 1920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74442" y="1361777"/>
            <a:ext cx="352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15778" y="1299865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5879" y="1234827"/>
            <a:ext cx="804416" cy="396776"/>
          </a:xfrm>
          <a:prstGeom prst="roundRect">
            <a:avLst>
              <a:gd name="adj" fmla="val 1920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32145" y="1361777"/>
            <a:ext cx="431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1796" y="1299865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81896" y="1234827"/>
            <a:ext cx="677317" cy="396776"/>
          </a:xfrm>
          <a:prstGeom prst="roundRect">
            <a:avLst>
              <a:gd name="adj" fmla="val 1920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69433" y="1361777"/>
            <a:ext cx="3022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0682" y="2007691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87401" y="1885504"/>
            <a:ext cx="1199704" cy="396776"/>
          </a:xfrm>
          <a:prstGeom prst="roundRect">
            <a:avLst>
              <a:gd name="adj" fmla="val 192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69714" y="2012454"/>
            <a:ext cx="835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Query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88605" y="195054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18706" y="1885504"/>
            <a:ext cx="1185416" cy="396776"/>
          </a:xfrm>
          <a:prstGeom prst="roundRect">
            <a:avLst>
              <a:gd name="adj" fmla="val 1920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01162" y="2012454"/>
            <a:ext cx="8205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Filed Q1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05623" y="195054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35723" y="1885504"/>
            <a:ext cx="874961" cy="396776"/>
          </a:xfrm>
          <a:prstGeom prst="roundRect">
            <a:avLst>
              <a:gd name="adj" fmla="val 1920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1284" y="2012454"/>
            <a:ext cx="5038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0682" y="2658368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87401" y="2536180"/>
            <a:ext cx="1263104" cy="396776"/>
          </a:xfrm>
          <a:prstGeom prst="roundRect">
            <a:avLst>
              <a:gd name="adj" fmla="val 1920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69080" y="2663130"/>
            <a:ext cx="899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Query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52006" y="260121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82107" y="2536180"/>
            <a:ext cx="1286470" cy="396776"/>
          </a:xfrm>
          <a:prstGeom prst="roundRect">
            <a:avLst>
              <a:gd name="adj" fmla="val 19205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63552" y="2663130"/>
            <a:ext cx="923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Answer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1000" y="3313807"/>
            <a:ext cx="8382000" cy="1377553"/>
          </a:xfrm>
          <a:prstGeom prst="roundRect">
            <a:avLst>
              <a:gd name="adj" fmla="val 7375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0550" y="3523357"/>
            <a:ext cx="81221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0550" y="3834408"/>
            <a:ext cx="7962900" cy="5840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re-work: answers exist, don't re-synthesize</a:t>
            </a:r>
            <a:endParaRPr lang="en-US" sz="11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Consistency: same question = same answer</a:t>
            </a:r>
            <a:endParaRPr lang="en-US" sz="1100" dirty="0"/>
          </a:p>
          <a:p>
            <a:pPr algn="l" marL="114300" indent="-1143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blocks: filed answers become sources for new answers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Labor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34827"/>
            <a:ext cx="4000500" cy="2501503"/>
          </a:xfrm>
          <a:prstGeom prst="roundRect">
            <a:avLst>
              <a:gd name="adj" fmla="val 406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272927"/>
            <a:ext cx="4000500" cy="0"/>
          </a:xfrm>
          <a:prstGeom prst="line">
            <a:avLst/>
          </a:prstGeom>
          <a:noFill/>
          <a:ln w="762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564928"/>
            <a:ext cx="35625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(Human)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4901" y="2050703"/>
            <a:ext cx="3492698" cy="130477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sources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right questions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the analysis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what it means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62500" y="1234827"/>
            <a:ext cx="4000500" cy="2501503"/>
          </a:xfrm>
          <a:prstGeom prst="roundRect">
            <a:avLst>
              <a:gd name="adj" fmla="val 406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0" y="1272927"/>
            <a:ext cx="4000500" cy="0"/>
          </a:xfrm>
          <a:prstGeom prst="line">
            <a:avLst/>
          </a:prstGeom>
          <a:noFill/>
          <a:ln w="762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6401" y="1564928"/>
            <a:ext cx="35625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16401" y="2050703"/>
            <a:ext cx="3492698" cy="130477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and extract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pages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and organize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consistency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000" y="4244280"/>
            <a:ext cx="8382000" cy="514350"/>
          </a:xfrm>
          <a:prstGeom prst="roundRect">
            <a:avLst>
              <a:gd name="adj" fmla="val 1975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9100" y="4244280"/>
            <a:ext cx="0" cy="514350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650" y="4396680"/>
            <a:ext cx="78243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source and ask. LLM maintains."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3446" y="576560"/>
            <a:ext cx="515710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044005" y="1360736"/>
            <a:ext cx="5157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sources are immutable. Wiki is LLM-maintained.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44005" y="1835646"/>
            <a:ext cx="5157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Knowledge compiles once, not re-derived each query.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44005" y="2310557"/>
            <a:ext cx="5157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interaction strengthens the wiki.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44005" y="2785467"/>
            <a:ext cx="5157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valuable Q&amp;A to compound knowledge.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44005" y="3260378"/>
            <a:ext cx="51571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Lint regularly to maintain health.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02050" y="4052739"/>
            <a:ext cx="2539901" cy="25301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93446" y="4395490"/>
            <a:ext cx="51571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inspired by Andrej Karpathy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Wiki: Building Personal Knowledge Bases</dc:title>
  <dc:subject>LLM Wiki Workflow</dc:subject>
  <dc:creator>Claude</dc:creator>
  <cp:lastModifiedBy>Claude</cp:lastModifiedBy>
  <cp:revision>1</cp:revision>
  <dcterms:created xsi:type="dcterms:W3CDTF">2026-04-05T23:29:51Z</dcterms:created>
  <dcterms:modified xsi:type="dcterms:W3CDTF">2026-04-05T23:29:51Z</dcterms:modified>
</cp:coreProperties>
</file>